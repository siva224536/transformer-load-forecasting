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AI-Based Electrical Insulation Degradation Classification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Using Leakage Current Patterns</a:t>
            </a:r>
          </a:p>
          <a:p>
            <a:r>
              <a:t>Internship Capstone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Insulation condition may influence leakage-current waveform patterns.</a:t>
            </a:r>
          </a:p>
          <a:p>
            <a:pPr>
              <a:defRPr sz="2200"/>
            </a:pPr>
            <a:r>
              <a:t>Goal: classify signals as Healthy, Moderately Degraded, or Severely Degraded.</a:t>
            </a:r>
          </a:p>
          <a:p>
            <a:pPr>
              <a:defRPr sz="2200"/>
            </a:pPr>
            <a:r>
              <a:t>Deliver an explainable workflow with model evaluation and a dashboard.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Create labelled signal windows and validate input quality.</a:t>
            </a:r>
          </a:p>
          <a:p>
            <a:pPr>
              <a:defRPr sz="2200"/>
            </a:pPr>
            <a:r>
              <a:t>Extract time-domain and frequency-domain features.</a:t>
            </a:r>
          </a:p>
          <a:p>
            <a:pPr>
              <a:defRPr sz="2200"/>
            </a:pPr>
            <a:r>
              <a:t>Train and compare two machine-learning models.</a:t>
            </a:r>
          </a:p>
          <a:p>
            <a:pPr>
              <a:defRPr sz="2200"/>
            </a:pPr>
            <a:r>
              <a:t>Evaluate on held-out test data and visualize results.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and Assumptions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540 simulated windows; 1000 samples per window; 1000 Hz sampling.</a:t>
            </a:r>
          </a:p>
          <a:p>
            <a:pPr>
              <a:defRPr sz="2200"/>
            </a:pPr>
            <a:r>
              <a:t>Three balanced classes with controlled amplitude, noise, harmonics and transient pulses.</a:t>
            </a:r>
          </a:p>
          <a:p>
            <a:pPr>
              <a:defRPr sz="2200"/>
            </a:pPr>
            <a:r>
              <a:t>Important: data are simulated, not measured experimental leakage current.</a:t>
            </a:r>
          </a:p>
          <a:p>
            <a:pPr>
              <a:defRPr sz="2200"/>
            </a:pPr>
            <a:r>
              <a:t>Scores demonstrate software behavior, not real-world diagnostic capability.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Signal windows → preprocessing → feature extraction</a:t>
            </a:r>
          </a:p>
          <a:p>
            <a:pPr>
              <a:defRPr sz="2200"/>
            </a:pPr>
            <a:r>
              <a:t>Stratified train/test split (75% / 25%)</a:t>
            </a:r>
          </a:p>
          <a:p>
            <a:pPr>
              <a:defRPr sz="2200"/>
            </a:pPr>
            <a:r>
              <a:t>Random Forest + Histogram Gradient Boosting</a:t>
            </a:r>
          </a:p>
          <a:p>
            <a:pPr>
              <a:defRPr sz="2200"/>
            </a:pPr>
            <a:r>
              <a:t>Metrics and confusion matrices → Streamlit dashboard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Signal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RMS, peak absolute current, standard deviation, mean absolute current</a:t>
            </a:r>
          </a:p>
          <a:p>
            <a:pPr>
              <a:defRPr sz="2200"/>
            </a:pPr>
            <a:r>
              <a:t>Crest factor, skewness, kurtosis, zero-crossing rate</a:t>
            </a:r>
          </a:p>
          <a:p>
            <a:pPr>
              <a:defRPr sz="2200"/>
            </a:pPr>
            <a:r>
              <a:t>Welch PSD: dominant frequency, spectral centroid, high-frequency power ratio</a:t>
            </a:r>
          </a:p>
          <a:p>
            <a:pPr>
              <a:defRPr sz="2200"/>
            </a:pPr>
            <a:r>
              <a:t>Dashboard also plots the waveform and FFT magnitude spectrum.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Random Forest: ensemble of decision trees; balanced class weights.</a:t>
            </a:r>
          </a:p>
          <a:p>
            <a:pPr>
              <a:defRPr sz="2200"/>
            </a:pPr>
            <a:r>
              <a:t>Histogram-based Gradient Boosting: sequential tree-based learner.</a:t>
            </a:r>
          </a:p>
          <a:p>
            <a:pPr>
              <a:defRPr sz="2200"/>
            </a:pPr>
            <a:r>
              <a:t>Both models use the same feature table and fixed random seed.</a:t>
            </a:r>
          </a:p>
          <a:p>
            <a:pPr>
              <a:defRPr sz="2200"/>
            </a:pPr>
            <a:r>
              <a:t>Held-out test data are not used during fitting.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Accuracy, class-wise precision, recall and F1-score</a:t>
            </a:r>
          </a:p>
          <a:p>
            <a:pPr>
              <a:defRPr sz="2200"/>
            </a:pPr>
            <a:r>
              <a:t>Confusion matrix to inspect class-specific errors</a:t>
            </a:r>
          </a:p>
          <a:p>
            <a:pPr>
              <a:defRPr sz="2200"/>
            </a:pPr>
            <a:r>
              <a:t>Metrics are saved to reports/evaluation_metrics.json.</a:t>
            </a:r>
          </a:p>
          <a:p>
            <a:pPr>
              <a:defRPr sz="2200"/>
            </a:pPr>
            <a:r>
              <a:t>Synthetic test performance must not be presented as field accuracy.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Dataset class counts and record selector</a:t>
            </a:r>
          </a:p>
          <a:p>
            <a:pPr>
              <a:defRPr sz="2200"/>
            </a:pPr>
            <a:r>
              <a:t>Leakage-current waveform and FFT spectrum</a:t>
            </a:r>
          </a:p>
          <a:p>
            <a:pPr>
              <a:defRPr sz="2200"/>
            </a:pPr>
            <a:r>
              <a:t>Predicted class and class probabilities where available</a:t>
            </a:r>
          </a:p>
          <a:p>
            <a:pPr>
              <a:defRPr sz="2200"/>
            </a:pPr>
            <a:r>
              <a:t>Extracted feature table for interpretation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to Run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pip install -r requirements.txt</a:t>
            </a:r>
          </a:p>
          <a:p>
            <a:pPr>
              <a:defRPr sz="2200"/>
            </a:pPr>
            <a:r>
              <a:t>python src/train_model.py</a:t>
            </a:r>
          </a:p>
          <a:p>
            <a:pPr>
              <a:defRPr sz="2200"/>
            </a:pPr>
            <a:r>
              <a:t>streamlit run src/dashboard.py</a:t>
            </a:r>
          </a:p>
          <a:p>
            <a:pPr>
              <a:defRPr sz="2200"/>
            </a:pPr>
            <a:r>
              <a:t>Use Python 3.10+; local browser opens the dashboard.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 and 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Synthetic patterns simplify real electrical behavior.</a:t>
            </a:r>
          </a:p>
          <a:p>
            <a:pPr>
              <a:defRPr sz="2200"/>
            </a:pPr>
            <a:r>
              <a:t>Obtain expert-labelled measured data for credible validation.</a:t>
            </a:r>
          </a:p>
          <a:p>
            <a:pPr>
              <a:defRPr sz="2200"/>
            </a:pPr>
            <a:r>
              <a:t>Test across independent devices/specimens and operating conditions.</a:t>
            </a:r>
          </a:p>
          <a:p>
            <a:pPr>
              <a:defRPr sz="2200"/>
            </a:pPr>
            <a:r>
              <a:t>Add uncertainty handling, signal-quality checks and model calibration.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End-to-end prototype covers signal processing, ML, evaluation and visualization.</a:t>
            </a:r>
          </a:p>
          <a:p>
            <a:pPr>
              <a:defRPr sz="2200"/>
            </a:pPr>
            <a:r>
              <a:t>Modular source code and dataset are included.</a:t>
            </a:r>
          </a:p>
          <a:p>
            <a:pPr>
              <a:defRPr sz="2200"/>
            </a:pPr>
            <a:r>
              <a:t>Real-world use requires measured data and qualified electrical safety review.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